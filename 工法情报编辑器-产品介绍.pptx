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工法情报编辑器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Construction Method Intelligence Editor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面向建筑工程领域的智能情报收集、编辑与发布平台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v1.8.0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+ TypeScript + Vite 6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SWS 项目组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" cy="3108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工法情报编辑器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一款专为建筑工程领域设计的全栈情报编辑与出版系统。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集成富文本编辑、AI 智能辅助、多格式导出、本地数据持久化等核心能力，覆盖从情报采集、编辑排版到印刷发布的完整工作流程。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BFF 安全代理架构，确保 AI API Key 不暴露至前端，支持完全离线使用。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228600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0" y="1371600"/>
            <a:ext cx="54864" cy="6675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417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92240" y="1755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内容块类型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76272"/>
            <a:ext cx="228600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176272"/>
            <a:ext cx="54864" cy="66751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219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智能功能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980944"/>
            <a:ext cx="228600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980944"/>
            <a:ext cx="54864" cy="6675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026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92240" y="3364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导出格式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785616"/>
            <a:ext cx="228600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785616"/>
            <a:ext cx="54864" cy="6675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831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92240" y="4169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数据来源渠道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63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057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UI 框架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79192" y="12801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463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16352" y="2057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 5.8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816352" y="2331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18304" y="12801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4630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55464" y="2057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6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55464" y="2331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757416" y="12801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14630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2057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TailwindCSS v4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94576" y="23317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样式框架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40080" y="28803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06324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5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77240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BFF 代理层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679192" y="28803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06324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816352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IndexedDB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2816352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本地数据持久化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718304" y="28803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104" y="306324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855464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855464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大语言模型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757416" y="2880360"/>
            <a:ext cx="1874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3216" y="3063240"/>
            <a:ext cx="502920" cy="5029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94576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+ jsdom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6894576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测试框架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核心功能概览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" cy="15087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富文本编辑器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种内容块类型，支持图片/视频/音频/PDF 等多媒体混排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28016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280160"/>
            <a:ext cx="64008" cy="15087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智能辅助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7784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元数据生成、卷首语撰写、知识图谱构建、选题智能评审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017520"/>
            <a:ext cx="64008" cy="15087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多格式导出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Reader 阅读器、打印版、PDF 版一键导出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017520"/>
            <a:ext cx="64008" cy="1508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57784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d3.js 的交互式知识图谱可视化渲染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富文本编辑器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RICH TEXT EDITOR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" cy="3200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个专用 Hook 拆分编辑器职责：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useEditorState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编辑状态管理（content、blocks、脏标记）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useEditorCommands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格式化、插入块、撤销/重做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useEditorKeyboard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快捷键绑定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useFileUpload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文件上传与图片压缩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useImageToolbar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图片选中浮动工具栏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useSelection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光标与选区管理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0600" y="1280160"/>
            <a:ext cx="3703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280160"/>
            <a:ext cx="64008" cy="320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种内容块类型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874520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874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段落 Paragraph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1874520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1874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标题 Heading (H1-H6)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221992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2221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🖼️ 图片 Image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2221992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2221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视频 Video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569464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2569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🔊 音频 Audio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2569464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569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PDF 附件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2916936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9169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引用 Blockquote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2916936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29169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列表 List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3264408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2644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表格 Table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3264408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32644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代码 Code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3611880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611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➖ 分割线 HR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3611880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3611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图表 Figure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3959352"/>
            <a:ext cx="201168" cy="2011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9593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🏷️ 原始 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智能辅助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AI-POWERED FEATURES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" cy="15087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元数据生成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自动提取文章标题、摘要、关键词标签，减少人工录入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28016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280160"/>
            <a:ext cx="64008" cy="15087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卷首语撰写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7784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基于期刊内容，自动生成专业卷首语，风格可定制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017520"/>
            <a:ext cx="64008" cy="1508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375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知识图谱构建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从文本中抽取实体关系，自动构建交互式知识图谱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3017520"/>
            <a:ext cx="64008" cy="15087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375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选题智能评审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577840" y="3566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多源情报聚合分析，AI 辅助决策推荐/待定/淘汰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多格式导出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MULTI-FORMAT EXPORT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45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Reader 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HTML 文件，所有资源（JS/CSS/字体/图片/PDF Worker）Base64 内联，真正离线可用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3657600"/>
            <a:ext cx="146304" cy="146304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639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完全离线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3886200"/>
            <a:ext cx="146304" cy="146304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867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单文件分发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4114800"/>
            <a:ext cx="146304" cy="146304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096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~15MB 自包含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832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4592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打印版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6616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纸张精确排版，自动分页，适合印刷出版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57600" y="3657600"/>
            <a:ext cx="146304" cy="146304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3886200" y="3639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 排版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657600" y="3886200"/>
            <a:ext cx="146304" cy="146304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3886200" y="3867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印刷级质量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657600" y="4114800"/>
            <a:ext cx="146304" cy="146304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3886200" y="4096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自动分页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645920"/>
            <a:ext cx="640080" cy="6400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0936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电子版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309360" y="2788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@react-pdf/renderer，可配置元数据，适合数字分发和归档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400800" y="3657600"/>
            <a:ext cx="146304" cy="146304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6629400" y="3639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矢量文字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400800" y="3886200"/>
            <a:ext cx="146304" cy="146304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6629400" y="3867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元数据嵌入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400800" y="4114800"/>
            <a:ext cx="146304" cy="146304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6629400" y="4096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数字签名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029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" cy="3291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54480"/>
            <a:ext cx="2011680" cy="502920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554480"/>
            <a:ext cx="54864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72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App.tsx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全局状态中枢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057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240280"/>
            <a:ext cx="2011680" cy="50292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24028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Hooks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14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7432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2926080"/>
            <a:ext cx="2011680" cy="50292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292608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34290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611880"/>
            <a:ext cx="2011680" cy="50292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361188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IndexedDB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886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本地持久化存储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▶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657600" y="2194560"/>
            <a:ext cx="1828800" cy="9144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219456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组件渲染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2697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PaperView / Sidebar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 / Renderers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12801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1280160"/>
            <a:ext cx="64008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Article 实体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1783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title, category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0574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(HTML)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23317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 (结构化)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2606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coverImage / backImage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pdfData (附件)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1546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/ tags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34290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/ posX / posY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3703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(排序权重)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72200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fontSize / lineHeight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42519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ContentBlock: 13 种联合类型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68680" y="4251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Date.now() × 1000 + 计数器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BFF 安全模型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BACKEND-FOR-FRONTEND SECURITY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029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" cy="3291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63040"/>
            <a:ext cx="4389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463040"/>
            <a:ext cx="45720" cy="5486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浏览器前端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54480" y="1755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不持有 API Key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1993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2176272"/>
            <a:ext cx="4389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2176272"/>
            <a:ext cx="45720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6771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203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x-sws-proxy-secret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554480" y="2468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请求头鉴权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743200" y="27066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68680" y="2889504"/>
            <a:ext cx="4389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2889504"/>
            <a:ext cx="45720" cy="5486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80944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2916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BFF :3001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554480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server.js 代理层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743200" y="34198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68680" y="3602736"/>
            <a:ext cx="4389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868680" y="3602736"/>
            <a:ext cx="45720" cy="5486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694176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3630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554480" y="3895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大模型服务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943600" y="128016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943600" y="1280160"/>
            <a:ext cx="64008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5"/>
          <p:cNvSpPr/>
          <p:nvPr/>
        </p:nvSpPr>
        <p:spPr>
          <a:xfrm>
            <a:off x="617220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安全要点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6172200" y="1783080"/>
            <a:ext cx="164592" cy="164592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6172200" y="17647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446520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仅存于服务端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 .env.local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172200" y="2240280"/>
            <a:ext cx="164592" cy="164592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6172200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446520" y="2212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请求头鉴权防止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未授权访问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6172200" y="2697480"/>
            <a:ext cx="164592" cy="164592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6172200" y="26791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446520" y="2670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生产模式同时托管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dist/ 静态资源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172200" y="3154680"/>
            <a:ext cx="164592" cy="164592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6172200" y="3136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6446520" y="3127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300s 上游超时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SIGTERM 优雅关闭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172200" y="3611880"/>
            <a:ext cx="164592" cy="164592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6172200" y="3593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6446520" y="3584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请求体限制 5MB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防止资源滥用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172200" y="4069080"/>
            <a:ext cx="164592" cy="164592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48" name="Text 42"/>
          <p:cNvSpPr/>
          <p:nvPr/>
        </p:nvSpPr>
        <p:spPr>
          <a:xfrm>
            <a:off x="6172200" y="40507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6446520" y="40416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开发环境仅允许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localhost:3000 跨域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智能选题与知识图谱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CURATION &amp; KNOWLEDGE GRAPH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" cy="3291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智能选题沙盘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多源情报聚合，AI 辅助决策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 · RSS 订阅 · 专利数据 · AI 生成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评审决策：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(Recommend) · 待定 (Pending) · 淘汰 (Reject)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双栏沙盘布局，左侧情报列表，右侧详情预览，支持拖拽排序与批量决策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280160"/>
            <a:ext cx="3703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280160"/>
            <a:ext cx="64008" cy="3291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知识图谱渲染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d3.js 的交互式知识图谱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核心模块：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QuadTree — 空间索引优化碰撞检测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ForceEngine — 力导向布局算法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Canvas 渲染器 — 高性能节点绘制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技术特点：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实体关系自动抽取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缩放/拖拽交互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LRU 缓存 IndexedDB 持久化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graphRenderer.ts 54KB 组装逻辑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系统架构总览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7863840" cy="9326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25880"/>
            <a:ext cx="54864" cy="9326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 Presentation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App.tsx 状态中枢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Sidebar / Toolbar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PaperView A4 预览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40680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 富文本编辑器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16916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ArticleRenderer 分发渲染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368296"/>
            <a:ext cx="7863840" cy="9326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368296"/>
            <a:ext cx="54864" cy="9326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业务逻辑层 Business Logic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734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useJournal CRUD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734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useAiFeatures AI 入口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2734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useExportManager 导出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0680" y="2734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useImportManager 导入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2734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usePanZoom 图片操作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410712"/>
            <a:ext cx="7863840" cy="9326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410712"/>
            <a:ext cx="54864" cy="9326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 Services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7764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db.ts IndexedDB 封装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23160" y="37764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aiService.ts BFF 代理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37764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graphCache.ts 图谱缓存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37764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export/ 导出引擎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7764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 PDF 解析策略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453128"/>
            <a:ext cx="7863840" cy="9326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453128"/>
            <a:ext cx="54864" cy="9326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 Infrastructure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818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6 构建工具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4818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BFF 代理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4818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IndexedDB 本地存储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4818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4818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+ jsdom 测试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工法情报编辑器 v1.8.0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SWS 工法情报收集系统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· TypeScript · Vite 6 · IndexedDB · DeepSeek API · d3.js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工法情报编辑器 — 产品介绍</dc:title>
  <dc:subject>PptxGenJS Presentation</dc:subject>
  <dc:creator>SWS 工法情报收集系统</dc:creator>
  <cp:lastModifiedBy>SWS 工法情报收集系统</cp:lastModifiedBy>
  <cp:revision>1</cp:revision>
  <dcterms:created xsi:type="dcterms:W3CDTF">2026-05-04T15:54:42Z</dcterms:created>
  <dcterms:modified xsi:type="dcterms:W3CDTF">2026-05-04T15:54:42Z</dcterms:modified>
</cp:coreProperties>
</file>